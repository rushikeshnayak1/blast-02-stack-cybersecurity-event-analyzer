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75" r:id="rId27"/>
    <p:sldId id="259" r:id="rId11"/>
    <p:sldId id="276" r:id="rId28"/>
    <p:sldId id="260" r:id="rId12"/>
    <p:sldId id="261" r:id="rId13"/>
    <p:sldId id="277" r:id="rId29"/>
    <p:sldId id="262" r:id="rId14"/>
    <p:sldId id="278" r:id="rId30"/>
    <p:sldId id="263" r:id="rId15"/>
    <p:sldId id="279" r:id="rId31"/>
    <p:sldId id="264" r:id="rId16"/>
    <p:sldId id="280" r:id="rId32"/>
    <p:sldId id="265" r:id="rId17"/>
    <p:sldId id="266" r:id="rId18"/>
    <p:sldId id="281" r:id="rId33"/>
    <p:sldId id="267" r:id="rId19"/>
    <p:sldId id="268" r:id="rId20"/>
    <p:sldId id="282" r:id="rId34"/>
    <p:sldId id="269" r:id="rId21"/>
    <p:sldId id="270" r:id="rId22"/>
    <p:sldId id="283" r:id="rId35"/>
    <p:sldId id="271" r:id="rId23"/>
    <p:sldId id="284" r:id="rId36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My name is Rushikesh Nayak. Today I will explain Stack, cybersecurity, and how I connected them in my C++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I will start with Stack basics. Then I will explain cybersecurity, connect the two topics, and show my working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plates placed one above another. The last plate added is the first one taken away. A Stack works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add Successful Login first, Password Changed second, and Failed Login third. The last event, Failed Login, is now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means add, Pop means remove, and Peek means look without removing. All three work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program also checks if the Stack is empty or full. These checks help it avoid invalid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Undo feature often reverses the last action first. In a small event-review tool, we may also want to see the newest activity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Cybersecurity helps keep systems and information safe. Security events are activities worth reviewing, such as a failed login or unauthorized access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an event is added, Push places it on top. Peek lets me view the latest event quickly. This is a simple learning model, not a real security monitoring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added five events in this order. Unauthorized Access was added last, so it appears at the top. If I choose Peek, that is the event displayed.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built this application in C++ using a class and a fixed array of size five. The top variable starts at minus one, which means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user selects a number from one to eight. Each choice calls a function in my SecurityEventStack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UML diagram explains the class and its functions. The flowchart explains how the menu repeats until the user chooses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compiled and ran the program in Ubuntu. I tested the regular features and also wrong input, full Stack, and empty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O explains how work changes as data grows. Push, Pop, and Peek are fast because they only use the top. Display takes longer as there are more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NIST discusses log management, not this exact Stack design. I use security events as an understandable example of LIFO. A real system must preserve records and support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this point I will switch from PowerPoint to Ubuntu and show the actual program. I will explain what each menu option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helped me connect a basic data structure with a realistic cybersecurity scenario while understanding its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watching my presentation, and thank you to Dr. Victor Govindaswamy for the assignment and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STACK IN CYBERSECURITY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8C4C5"/>
                </a:solidFill>
                <a:latin typeface="Aptos"/>
              </a:defRPr>
            </a:pPr>
            <a:r>
              <a:t>Security Event &amp; Command History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5F8FD"/>
                </a:solidFill>
                <a:latin typeface="Aptos"/>
              </a:defRPr>
            </a:pPr>
            <a:r>
              <a:t>BLAST 02  |  C++ Data Structures</a:t>
            </a:r>
          </a:p>
          <a:p>
            <a:pPr>
              <a:spcAft>
                <a:spcPts val="1000"/>
              </a:spcAft>
              <a:defRPr sz="2100" b="0">
                <a:solidFill>
                  <a:srgbClr val="F5F8FD"/>
                </a:solidFill>
                <a:latin typeface="Aptos"/>
              </a:defRPr>
            </a:pPr>
            <a:r>
              <a:t>Rushikesh Pareshkumar Nayak  •  Dr. Victor Govindaswamy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What I will explain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01   What is a Stack?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02   LIFO and important operations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03   Where we use Stacks in real life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04   What is cybersecurity?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05   How Stack connects to security events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06   My C++ application, testing, and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What is a Stack?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A Stack is a data structure that keeps items in an order.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We add and remove items from one end, called the TOP.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It follows LIFO: Last In, First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840480"/>
            <a:ext cx="2651760" cy="914400"/>
          </a:xfrm>
          <a:prstGeom prst="round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F8FD"/>
                </a:solidFill>
              </a:defRPr>
            </a:pPr>
            <a:r>
              <a:t>Think of a pile of 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LIFO: Last In, First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508760"/>
            <a:ext cx="4297680" cy="713232"/>
          </a:xfrm>
          <a:prstGeom prst="roundRect">
            <a:avLst/>
          </a:prstGeom>
          <a:solidFill>
            <a:srgbClr val="1D8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3  Failed Login   ← 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359152"/>
            <a:ext cx="4297680" cy="713232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2  Password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209544"/>
            <a:ext cx="4297680" cy="713232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1  Successful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6177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C45B"/>
                </a:solidFill>
                <a:latin typeface="Aptos"/>
              </a:defRPr>
            </a:pPr>
            <a:r>
              <a:t>Added in order: 1 → 2 → 3</a:t>
            </a:r>
          </a:p>
          <a:p>
            <a:pPr>
              <a:spcAft>
                <a:spcPts val="1000"/>
              </a:spcAft>
              <a:defRPr sz="2400" b="1">
                <a:solidFill>
                  <a:srgbClr val="FFC45B"/>
                </a:solidFill>
                <a:latin typeface="Aptos"/>
              </a:defRPr>
            </a:pPr>
            <a:r>
              <a:t>Removed in order: 3 → 2 →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Three main Stack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150876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PUSH</a:t>
            </a:r>
            <a:br/>
            <a:r>
              <a:t>Add a new 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337560" cy="1508760"/>
          </a:xfrm>
          <a:prstGeom prst="roundRect">
            <a:avLst/>
          </a:prstGeom>
          <a:solidFill>
            <a:srgbClr val="1D8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POP</a:t>
            </a:r>
            <a:br/>
            <a:r>
              <a:t>Remove the top 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3337560" cy="1508760"/>
          </a:xfrm>
          <a:prstGeom prst="roundRect">
            <a:avLst/>
          </a:prstGeom>
          <a:solidFill>
            <a:srgbClr val="66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PEEK</a:t>
            </a:r>
            <a:br/>
            <a:r>
              <a:t>View top; do not remove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Example: Push “Failed Login” → Peek shows it → Pop removes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Other operations and special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Display: show all events from newest to oldest.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isEmpty / isFull: check the current Stack status.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Overflow: trying to add when all 5 slots are full.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Underflow: trying to remove when the Stack is empty.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Where do we use a Stack?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4983480" cy="201168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8FD"/>
                </a:solidFill>
              </a:defRPr>
            </a:pPr>
            <a:r>
              <a:t>UNDO / COMMAND HISTORY</a:t>
            </a:r>
            <a:br/>
            <a:r>
              <a:t>Reverse the newest change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983480" cy="2011680"/>
          </a:xfrm>
          <a:prstGeom prst="roundRect">
            <a:avLst/>
          </a:prstGeom>
          <a:solidFill>
            <a:srgbClr val="1D8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8FD"/>
                </a:solidFill>
              </a:defRPr>
            </a:pPr>
            <a:r>
              <a:t>RECENT-EVENT REVIEW</a:t>
            </a:r>
            <a:br/>
            <a:r>
              <a:t>Inspect the newest item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C45B"/>
                </a:solidFill>
                <a:latin typeface="Aptos"/>
              </a:defRPr>
            </a:pPr>
            <a:r>
              <a:t>Both examples make sense when the latest action matters most.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What is Cybersecurity?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Cybersecurity means protecting computers, accounts, networks, and information.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Security teams pay attention to events that might show a problem.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Examples: failed login, password change, suspicious login, unauthorized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How Stack connects to Cybersecurity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108960" cy="137160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Security event occurs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28800"/>
            <a:ext cx="3108960" cy="1371600"/>
          </a:xfrm>
          <a:prstGeom prst="roundRect">
            <a:avLst/>
          </a:prstGeom>
          <a:solidFill>
            <a:srgbClr val="1D8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PUSH event onto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108960" cy="1371600"/>
          </a:xfrm>
          <a:prstGeom prst="roundRect">
            <a:avLst/>
          </a:prstGeom>
          <a:solidFill>
            <a:srgbClr val="664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PEEK newest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FC45B"/>
                </a:solidFill>
                <a:latin typeface="Aptos"/>
              </a:defRPr>
            </a:pPr>
            <a:r>
              <a:t>The latest event stays on TOP, so we can review it first.</a:t>
            </a:r>
          </a:p>
          <a:p>
            <a:pPr>
              <a:spcAft>
                <a:spcPts val="1000"/>
              </a:spcAft>
              <a:defRPr sz="2300" b="0">
                <a:solidFill>
                  <a:srgbClr val="FFC45B"/>
                </a:solidFill>
                <a:latin typeface="Aptos"/>
              </a:defRPr>
            </a:pPr>
            <a:r>
              <a:t>POP removes it only from this temporary practice Stack.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Example: newest security event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81328"/>
            <a:ext cx="4937760" cy="676656"/>
          </a:xfrm>
          <a:prstGeom prst="roundRect">
            <a:avLst/>
          </a:prstGeom>
          <a:solidFill>
            <a:srgbClr val="A54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8FD"/>
                </a:solidFill>
              </a:defRPr>
            </a:pPr>
            <a:r>
              <a:t>Unauthorized Access  ← 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267712"/>
            <a:ext cx="4937760" cy="676656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8FD"/>
                </a:solidFill>
              </a:defRPr>
            </a:pPr>
            <a:r>
              <a:t>Suspicious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054096"/>
            <a:ext cx="4937760" cy="676656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8FD"/>
                </a:solidFill>
              </a:defRPr>
            </a:pPr>
            <a:r>
              <a:t>Password Changed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840480"/>
            <a:ext cx="4937760" cy="676656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8FD"/>
                </a:solidFill>
              </a:defRPr>
            </a:pPr>
            <a:r>
              <a:t>Failed Login Attempt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626864"/>
            <a:ext cx="4937760" cy="676656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F8FD"/>
                </a:solidFill>
              </a:defRPr>
            </a:pPr>
            <a:r>
              <a:t>Successful Login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My C++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28C4C5"/>
                </a:solidFill>
                <a:latin typeface="Aptos"/>
              </a:defRPr>
            </a:pPr>
            <a:r>
              <a:t>Security Event &amp; Command History Analyzer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3383280" cy="132588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Class</a:t>
            </a:r>
            <a:br/>
            <a:r>
              <a:t>SecurityEventStack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743200"/>
            <a:ext cx="3383280" cy="132588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Array</a:t>
            </a:r>
            <a:br/>
            <a:r>
              <a:t>string events[5]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743200"/>
            <a:ext cx="3383280" cy="132588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TOP position</a:t>
            </a:r>
            <a:br/>
            <a:r>
              <a:t>int top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5F8FD"/>
                </a:solidFill>
                <a:latin typeface="Aptos"/>
              </a:defRPr>
            </a:pPr>
            <a:r>
              <a:t>A menu lets the user add, view, remove, count, and clear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Menu options in my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1   Add new event (Push)           5   Check Stack status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2   View latest event (Peek)      6   Count events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3   Remove latest event (Pop)     7   Clear event history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4   Display all events                  8  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Program design: UML and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4663440" cy="237744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8FD"/>
                </a:solidFill>
              </a:defRPr>
            </a:pPr>
            <a:r>
              <a:t>UML CLASS DIAGRAM</a:t>
            </a:r>
            <a:br/>
            <a:r>
              <a:t>Class name</a:t>
            </a:r>
            <a:br/>
            <a:r>
              <a:t>Private variables</a:t>
            </a:r>
            <a:br/>
            <a:r>
              <a:t>Public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663440" cy="2377440"/>
          </a:xfrm>
          <a:prstGeom prst="roundRect">
            <a:avLst/>
          </a:prstGeom>
          <a:solidFill>
            <a:srgbClr val="1D8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8FD"/>
                </a:solidFill>
              </a:defRPr>
            </a:pPr>
            <a:r>
              <a:t>FLOWCHART</a:t>
            </a:r>
            <a:br/>
            <a:r>
              <a:t>Start → Menu → Choice</a:t>
            </a:r>
            <a:br/>
            <a:r>
              <a:t>Run operation → Menu</a:t>
            </a:r>
            <a:br/>
            <a:r>
              <a:t>Exit when choice =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C45B"/>
                </a:solidFill>
                <a:latin typeface="Aptos"/>
              </a:defRPr>
            </a:pPr>
            <a:r>
              <a:t>UML shows what the program contains; the flowchart shows how it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Testing and 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4983480" cy="1188720"/>
          </a:xfrm>
          <a:prstGeom prst="roundRect">
            <a:avLst/>
          </a:prstGeom>
          <a:solidFill>
            <a:srgbClr val="25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Normal tests: Push, Pop, Peek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983480" cy="1188720"/>
          </a:xfrm>
          <a:prstGeom prst="roundRect">
            <a:avLst/>
          </a:prstGeom>
          <a:solidFill>
            <a:srgbClr val="A54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Overflow: adding event #6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4983480" cy="1188720"/>
          </a:xfrm>
          <a:prstGeom prst="roundRect">
            <a:avLst/>
          </a:prstGeom>
          <a:solidFill>
            <a:srgbClr val="A54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Underflow: Pop on empty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154680"/>
            <a:ext cx="4983480" cy="1188720"/>
          </a:xfrm>
          <a:prstGeom prst="roundRect">
            <a:avLst/>
          </a:prstGeom>
          <a:solidFill>
            <a:srgbClr val="1D8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F8FD"/>
                </a:solidFill>
              </a:defRPr>
            </a:pPr>
            <a:r>
              <a:t>Invalid menu input and 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5F8FD"/>
                </a:solidFill>
                <a:latin typeface="Aptos"/>
              </a:defRPr>
            </a:pPr>
            <a:r>
              <a:t>I tested these cases in Ubuntu to check the program works safely.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Performance: Big 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Push, Pop, Peek  →  O(1) : one top operation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Empty / Full checks  →  O(1) : one condition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Display  →  O(n) : visits all saved events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Storage  →  O(n) for capacity n (my array has 5 slots)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Industry context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NIST SP 800-92 explains why security log management matters.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My Stack is a small classroom example, not a production log system.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It does not detect attacks, search long histories, or permanently save events.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Real security logs need secure retention and more advanced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Live demo: what I will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1   Compile and run the C++ program in Ubuntu.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2   Add three security events; display newest first.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3   Peek at the latest event, then Pop it.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4   Demonstrate Overflow, Underflow, and invalid input.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5   Show Clear, Count, and Exit.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A Stack uses LIFO: the last item added comes out first.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Push, Pop, and Peek are simple, fast operations.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A cybersecurity event example makes newest-first order easy to see.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I practiced C++ classes, arrays, menus, validation, and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5F8FD"/>
                </a:solidFill>
                <a:latin typeface="Aptos"/>
              </a:defRPr>
            </a:pPr>
            <a:r>
              <a:t>References &amp; 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0704"/>
            <a:ext cx="1005840" cy="50292"/>
          </a:xfrm>
          <a:prstGeom prst="rect">
            <a:avLst/>
          </a:prstGeom>
          <a:solidFill>
            <a:srgbClr val="28C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K. Kent and M. Souppaya, NIST SP 800-92, Guide to Computer Security Log Management (2006).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cppreference: std::stack C++ container reference.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Dr. Victor Govindaswamy, BLAST 02 assignment handout.</a:t>
            </a: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300" b="0">
                <a:solidFill>
                  <a:srgbClr val="F5F8FD"/>
                </a:solidFill>
                <a:latin typeface="Aptos"/>
              </a:defRPr>
            </a:pPr>
            <a:r>
              <a:t>Thank you, Dr. Victor Govindaswamy, for the guidance and opportunity to apply data structures to an emerging-technology topic.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BBCDE0"/>
                </a:solidFill>
                <a:latin typeface="Aptos"/>
              </a:defRPr>
            </a:pPr>
            <a:r>
              <a:t>BLAST 02  •  Stack + Cybersecurity  •  Rushikesh Nayak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BBCDE0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How a Stack stores information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The TOP position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 Stack only adds or removes an item at the top. In our C++ program, the integer top starts at -1, which means no events are stored.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Adding the first event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When we Push “Successful Login”, top changes from -1 to 0. The event is saved in the first array 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Adding another event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When we Push “Failed Login Attempt”, top changes to 1. This newest event is now the first one we can view or remove.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Why it matters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We do not need to move every event to add or remove the newest one. We only change the top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LIFO example: follow every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Step 1 — Push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Add “Successful Login”. The Stack contains one event and that event is at the top.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Step 2 — Push again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Add “Password Changed”. It is placed above “Successful Login” and becomes the newest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Step 3 — Peek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Peek displays “Password Changed”, but both events remain in the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Step 4 — Pop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Pop removes “Password Changed”. Now “Successful Login” becomes the top event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Overflow and underflow in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Overflow — too many items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Our array has five spaces. If all five are occupied, trying to Push a sixth event must show an error instead of writing outside the array.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Underflow — nothing to remove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If the Stack is empty, trying to Pop or Peek must show a clear message. There is no valid top event to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How the code prevents errors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Before Push, the program checks isFull(). Before Pop or Peek, it checks isEmpty().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Why test these cases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Testing unusual inputs proves the program can handle mistakes safely, not just work when everything goes as expected.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Real-life application 1: Undo history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Everyday example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Imagine typing three sentences in a document. When you press Undo, the most recent change is reversed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Why a Stack fits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Each new change can be pushed onto a history Stack. Undo takes the most recent change from the top.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A command-history example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An administrator might want to reverse a recent change. A Stack is a useful basic model for storing reversible commands.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Important difference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Not every history system uses only a Stack; real applications may need redo support, saved history, and extra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Cybersecurity: what is a security event?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Security event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An event is a recorded activity that may matter for safety, such as a login, password change, or attempt to access a restricted resource.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Normal versus suspicious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 successful login may be normal. Many failed logins or an unauthorized access attempt may deserve closer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Why teams review events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Reviewing event records can help people understand what happened and investigate possible problems.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What our project does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Our project uses example event messages entered by the user. It does not detect attacks automatically or collect real system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Connecting Stack and Cybersecurity: why LIFO?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The problem we model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An analyst sometimes wants to look at the newest event first to understand the latest activity.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The Stack idea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Push places a new event on top. Peek reads the newest event. Display shows the temporary history from newest to oldest.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Example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Push “Successful Login”, then “Failed Login Attempt”, then “Unauthorized Access”. Peek returns “Unauthorized Access”.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The limitation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 Stack is not a replacement for a searchable security log database. Important audit records should not disappear just because someone reviews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Inside my C++ program: class and array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SecurityEventStack class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This class keeps the data and Stack operations together. It makes the menu code easier to organize.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events[5]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This fixed-size string array can hold up to five example security-event messages.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top variable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The top integer points to the newest stored event. -1 means empty; 4 means all five positions are 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Public methods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push, pop, peek, display, checkStatus, countEvents, and clearStack perform the menu actions. isEmpty and isFull help prevent invalid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How the menu and UML work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The UML diagram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The UML class diagram lists the class name, private variables, and public methods. It describes the structure of the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The menu loop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The program shows eight options, reads a choice, and calls the matching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After each action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After Push, Pop, Peek, or another action, the program returns to the menu so the user can choose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Ending the program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Choosing option 8 stops the loop and exits. Invalid choices show an error and allow another attempt.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Why Big O matters for this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O(1) — constant time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Push, Pop, and Peek directly work with the top position. Their basic work does not grow with the number of saved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O(n) — linear time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Display visits each stored event. If there are more events, there is more information to print.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Space complexity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 Stack that can hold n events uses O(n) storage. Our classroom array has a fixed capacity of five.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Practical meaning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A Stack is efficient for recent-first operations, but it is not designed for searching many older security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4F8FF"/>
                </a:solidFill>
              </a:rPr>
              <a:t>Real security logging versus my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17320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My classroom application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I manually enter up to five example events. They exist only while the program is running, and Pop removes the newest entry.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70048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A real security system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Production systems generally need timestamps, reliable long-term storage, search, permissions, and methods for investigating incidents.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39896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31335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Industry reference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NIST SP 800-92 discusses computer security log management. It supports the importance of logs, not the claim that security logs should be stored only in a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901184"/>
            <a:ext cx="10874959" cy="1033271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92624"/>
            <a:ext cx="103994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5BDED0"/>
                </a:solidFill>
              </a:defRPr>
            </a:pPr>
            <a:r>
              <a:t>What this project teaches</a:t>
            </a:r>
          </a:p>
          <a:p>
            <a:pPr>
              <a:spcBef>
                <a:spcPts val="300"/>
              </a:spcBef>
              <a:defRPr sz="1350">
                <a:solidFill>
                  <a:srgbClr val="EDF3FA"/>
                </a:solidFill>
              </a:defRPr>
            </a:pPr>
            <a:r>
              <a:t>The goal is to demonstrate the LIFO data structure using a cybersecurity-themed example, not to build a full security monitoring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B6CD"/>
                </a:solidFill>
              </a:defRPr>
            </a:pPr>
            <a:r>
              <a:t>BLAST 02  •  Stack + Cybersecurity  •  Rushikesh Nayak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